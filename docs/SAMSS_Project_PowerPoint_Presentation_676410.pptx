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65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-njugi/samss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-njugi/samss-projec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219456"/>
            <a:ext cx="5468112" cy="6638544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078992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Academic Monitoring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Support 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248" y="25786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573"/>
                </a:solidFill>
              </a:rPr>
              <a:t>A simple Python program for early student support and academic risk monitoring.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0F766E"/>
                </a:solidFill>
              </a:rPr>
              <a:t>This presentation explains the problem, my solution, design, key code, testing and how to use the system.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841248" y="3977640"/>
            <a:ext cx="1170432" cy="34747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08736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490"/>
                </a:solidFill>
              </a:rPr>
              <a:t>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67128" y="3977640"/>
            <a:ext cx="1170432" cy="34747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408736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Solution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93008" y="3977640"/>
            <a:ext cx="1170432" cy="34747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408736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Testing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914400"/>
            <a:ext cx="3977640" cy="516636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35240" y="1325880"/>
            <a:ext cx="3337560" cy="65836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5453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the system does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35240" y="2240280"/>
            <a:ext cx="3337560" cy="68580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236829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F2937"/>
                </a:solidFill>
              </a:rPr>
              <a:t>Student records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7845552" y="258775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573"/>
                </a:solidFill>
              </a:rPr>
              <a:t>Store name, ID, units and scores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635240" y="2240280"/>
            <a:ext cx="109728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3108960"/>
            <a:ext cx="3337560" cy="6858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323697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F2937"/>
                </a:solidFill>
              </a:rPr>
              <a:t>Risk calculation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7845552" y="345643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573"/>
                </a:solidFill>
              </a:rPr>
              <a:t>Average, grade and support level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635240" y="3108960"/>
            <a:ext cx="109728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3977640"/>
            <a:ext cx="3337560" cy="6858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41056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F2937"/>
                </a:solidFill>
              </a:rPr>
              <a:t>Attendance feature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7845552" y="43251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573"/>
                </a:solidFill>
              </a:rPr>
              <a:t>Extension for better monitoring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7635240" y="3977640"/>
            <a:ext cx="10972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4846320"/>
            <a:ext cx="333756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49743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F2937"/>
                </a:solidFill>
              </a:rPr>
              <a:t>Data persistence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7845552" y="519379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573"/>
                </a:solidFill>
              </a:rPr>
              <a:t>Save and load JSON records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7635240" y="4846320"/>
            <a:ext cx="109728" cy="6858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B266D58C-F3DD-1F2C-9AAE-89ED3A562804}"/>
              </a:ext>
            </a:extLst>
          </p:cNvPr>
          <p:cNvSpPr/>
          <p:nvPr/>
        </p:nvSpPr>
        <p:spPr>
          <a:xfrm>
            <a:off x="845820" y="5184648"/>
            <a:ext cx="4983480" cy="89611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r>
              <a:rPr lang="en-US" sz="1650" b="1" dirty="0" err="1"/>
              <a:t>Github</a:t>
            </a:r>
            <a:r>
              <a:rPr lang="en-US" sz="1650" b="1" dirty="0"/>
              <a:t> Repo Link:</a:t>
            </a:r>
          </a:p>
          <a:p>
            <a:r>
              <a:rPr lang="en-US" sz="1400" dirty="0">
                <a:hlinkClick r:id="rId3"/>
              </a:rPr>
              <a:t>https://github.com/alex-njugi/samss-project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 and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70432"/>
            <a:ext cx="4754880" cy="5257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0" y="1170432"/>
            <a:ext cx="5486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2416" y="1444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0704" y="194767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7452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573"/>
                </a:solidFill>
              </a:rPr>
              <a:t>Academic performance is harder to monitor when records are scattered or manual.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60704" y="272491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65176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573"/>
                </a:solidFill>
              </a:rPr>
              <a:t>Departments need a simple way to identify students who may be at risk early.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60704" y="3502152"/>
            <a:ext cx="73152" cy="731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42900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573"/>
                </a:solidFill>
              </a:rPr>
              <a:t>Without clear tracking, support can come too late.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53328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My solution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53328" y="18288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573"/>
                </a:solidFill>
              </a:rPr>
              <a:t>I built SAMSS as a command-line Python program that registers students, calculates academic results, classifies risk, stores records, and includes attendance tracking as an extension feature.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53328" y="3063240"/>
            <a:ext cx="1874520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21411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E7490"/>
                </a:solidFill>
              </a:rPr>
              <a:t>Average score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156448" y="3063240"/>
            <a:ext cx="1874520" cy="43891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321411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F766E"/>
                </a:solidFill>
              </a:rPr>
              <a:t>Grade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053328" y="3703320"/>
            <a:ext cx="1874520" cy="438912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385419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B91C1C"/>
                </a:solidFill>
              </a:rPr>
              <a:t>Risk level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156448" y="3703320"/>
            <a:ext cx="1874520" cy="43891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3854196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D97706"/>
                </a:solidFill>
              </a:rPr>
              <a:t>Attendance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053328" y="4892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i="1" dirty="0">
                <a:solidFill>
                  <a:srgbClr val="5B6573"/>
                </a:solidFill>
              </a:rPr>
              <a:t>This project focuses on the academic monitoring part of the wider student-support challenge.</a:t>
            </a:r>
            <a:endParaRPr lang="en-US" sz="13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 of the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70432"/>
            <a:ext cx="562356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20840" y="1170432"/>
            <a:ext cx="4572000" cy="5257800"/>
          </a:xfrm>
          <a:prstGeom prst="roundRect">
            <a:avLst>
              <a:gd name="adj" fmla="val 16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Main capabilities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0704" y="18836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1051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Register student details, unit names and scores</a:t>
            </a:r>
            <a:endParaRPr lang="en-US" sz="1640" dirty="0"/>
          </a:p>
        </p:txBody>
      </p:sp>
      <p:sp>
        <p:nvSpPr>
          <p:cNvPr id="10" name="Shape 8"/>
          <p:cNvSpPr/>
          <p:nvPr/>
        </p:nvSpPr>
        <p:spPr>
          <a:xfrm>
            <a:off x="1060704" y="2459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386584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Compute average score automatically</a:t>
            </a:r>
            <a:endParaRPr lang="en-US" sz="1640" dirty="0"/>
          </a:p>
        </p:txBody>
      </p:sp>
      <p:sp>
        <p:nvSpPr>
          <p:cNvPr id="12" name="Shape 10"/>
          <p:cNvSpPr/>
          <p:nvPr/>
        </p:nvSpPr>
        <p:spPr>
          <a:xfrm>
            <a:off x="1060704" y="303580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62656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Assign grades from A to E</a:t>
            </a:r>
            <a:endParaRPr lang="en-US" sz="1640" dirty="0"/>
          </a:p>
        </p:txBody>
      </p:sp>
      <p:sp>
        <p:nvSpPr>
          <p:cNvPr id="14" name="Shape 12"/>
          <p:cNvSpPr/>
          <p:nvPr/>
        </p:nvSpPr>
        <p:spPr>
          <a:xfrm>
            <a:off x="1060704" y="3611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53872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Classify students as Low, Moderate or High risk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1060704" y="41879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411480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Validate IDs, names, scores and attendance ranges</a:t>
            </a:r>
            <a:endParaRPr lang="en-US" sz="1640" dirty="0"/>
          </a:p>
        </p:txBody>
      </p:sp>
      <p:sp>
        <p:nvSpPr>
          <p:cNvPr id="18" name="Shape 16"/>
          <p:cNvSpPr/>
          <p:nvPr/>
        </p:nvSpPr>
        <p:spPr>
          <a:xfrm>
            <a:off x="1060704" y="47640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69087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dirty="0">
                <a:solidFill>
                  <a:srgbClr val="5B6573"/>
                </a:solidFill>
              </a:rPr>
              <a:t>View, search, update and save records through one menu</a:t>
            </a:r>
            <a:endParaRPr lang="en-US" sz="1640" dirty="0"/>
          </a:p>
        </p:txBody>
      </p:sp>
      <p:sp>
        <p:nvSpPr>
          <p:cNvPr id="20" name="Text 18"/>
          <p:cNvSpPr/>
          <p:nvPr/>
        </p:nvSpPr>
        <p:spPr>
          <a:xfrm>
            <a:off x="705916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Menu-driven interface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059168" y="1828800"/>
            <a:ext cx="3794760" cy="3566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1828800"/>
            <a:ext cx="379476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51192" y="192481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9248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19248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331720"/>
            <a:ext cx="34290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SAMSS Menu =====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Register student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all students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Search student by ID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Update attendance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Show moderate/high risk students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Save records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Exit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7114032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i="1" dirty="0">
                <a:solidFill>
                  <a:srgbClr val="D0DBE7"/>
                </a:solidFill>
              </a:rPr>
              <a:t>The menu keeps the program easy to use and easy to demonstrate.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70432"/>
            <a:ext cx="3794760" cy="52578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1170432"/>
            <a:ext cx="63550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2416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How I designed it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60704" y="19019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2880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5B6573"/>
                </a:solidFill>
              </a:rPr>
              <a:t>I used top-down design to split the system into small functions.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1060704" y="25694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496312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5B6573"/>
                </a:solidFill>
              </a:rPr>
              <a:t>A dictionary stores student records using the student ID as the key.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1060704" y="323697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16382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5B6573"/>
                </a:solidFill>
              </a:rPr>
              <a:t>Each student stores a list of units and scores.</a:t>
            </a:r>
            <a:endParaRPr lang="en-US" sz="1610" dirty="0"/>
          </a:p>
        </p:txBody>
      </p:sp>
      <p:sp>
        <p:nvSpPr>
          <p:cNvPr id="14" name="Shape 12"/>
          <p:cNvSpPr/>
          <p:nvPr/>
        </p:nvSpPr>
        <p:spPr>
          <a:xfrm>
            <a:off x="1060704" y="39044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83133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5B6573"/>
                </a:solidFill>
              </a:rPr>
              <a:t>Calculation logic is separated from user input and output.</a:t>
            </a:r>
            <a:endParaRPr lang="en-US" sz="1610" dirty="0"/>
          </a:p>
        </p:txBody>
      </p:sp>
      <p:sp>
        <p:nvSpPr>
          <p:cNvPr id="16" name="Shape 14"/>
          <p:cNvSpPr/>
          <p:nvPr/>
        </p:nvSpPr>
        <p:spPr>
          <a:xfrm>
            <a:off x="1060704" y="45720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449884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5B6573"/>
                </a:solidFill>
              </a:rPr>
              <a:t>This makes the code easier to maintain and extend.</a:t>
            </a:r>
            <a:endParaRPr lang="en-US" sz="1610" dirty="0"/>
          </a:p>
        </p:txBody>
      </p:sp>
      <p:sp>
        <p:nvSpPr>
          <p:cNvPr id="18" name="Text 16"/>
          <p:cNvSpPr/>
          <p:nvPr/>
        </p:nvSpPr>
        <p:spPr>
          <a:xfrm>
            <a:off x="5230368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System diagram</a:t>
            </a:r>
            <a:endParaRPr lang="en-US" sz="1900" dirty="0"/>
          </a:p>
        </p:txBody>
      </p:sp>
      <p:pic>
        <p:nvPicPr>
          <p:cNvPr id="19" name="Image 0" descr="/mnt/data/samss_desig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045970"/>
            <a:ext cx="54864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code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70432"/>
            <a:ext cx="6766560" cy="5257800"/>
          </a:xfrm>
          <a:prstGeom prst="roundRect">
            <a:avLst>
              <a:gd name="adj" fmla="val 13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0" y="1170432"/>
            <a:ext cx="3383280" cy="5257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1444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build_student_record()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1828800"/>
            <a:ext cx="617220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build_student_record(name, student_id, units, attendance):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average_score = calculate_average(units)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'name': name,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'student_id': student_id,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'units': units,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'attendance': attendance,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'average_score': round(average_score, 2),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'grade': classify_grade(average_score),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'risk_level': determine_risk_level(average_score, attendance),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E5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40" dirty="0"/>
          </a:p>
        </p:txBody>
      </p:sp>
      <p:sp>
        <p:nvSpPr>
          <p:cNvPr id="9" name="Text 7"/>
          <p:cNvSpPr/>
          <p:nvPr/>
        </p:nvSpPr>
        <p:spPr>
          <a:xfrm>
            <a:off x="818388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Why I chose it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02168" y="194767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7452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5B6573"/>
                </a:solidFill>
              </a:rPr>
              <a:t>It combines several functions into one complete record.</a:t>
            </a:r>
            <a:endParaRPr lang="en-US" sz="1510" dirty="0"/>
          </a:p>
        </p:txBody>
      </p:sp>
      <p:sp>
        <p:nvSpPr>
          <p:cNvPr id="12" name="Shape 10"/>
          <p:cNvSpPr/>
          <p:nvPr/>
        </p:nvSpPr>
        <p:spPr>
          <a:xfrm>
            <a:off x="8202168" y="269748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62432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5B6573"/>
                </a:solidFill>
              </a:rPr>
              <a:t>It avoids repeating calculations in many places.</a:t>
            </a:r>
            <a:endParaRPr lang="en-US" sz="1510" dirty="0"/>
          </a:p>
        </p:txBody>
      </p:sp>
      <p:sp>
        <p:nvSpPr>
          <p:cNvPr id="14" name="Shape 12"/>
          <p:cNvSpPr/>
          <p:nvPr/>
        </p:nvSpPr>
        <p:spPr>
          <a:xfrm>
            <a:off x="8202168" y="344728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37413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5B6573"/>
                </a:solidFill>
              </a:rPr>
              <a:t>It gives one clear structure for each student.</a:t>
            </a:r>
            <a:endParaRPr lang="en-US" sz="1510" dirty="0"/>
          </a:p>
        </p:txBody>
      </p:sp>
      <p:sp>
        <p:nvSpPr>
          <p:cNvPr id="16" name="Shape 14"/>
          <p:cNvSpPr/>
          <p:nvPr/>
        </p:nvSpPr>
        <p:spPr>
          <a:xfrm>
            <a:off x="8202168" y="419709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12394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5B6573"/>
                </a:solidFill>
              </a:rPr>
              <a:t>It makes future features easier to add.</a:t>
            </a:r>
            <a:endParaRPr lang="en-US" sz="15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validation and storage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216152"/>
            <a:ext cx="3611880" cy="5193792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53712" y="1216152"/>
            <a:ext cx="3063240" cy="5193792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54112" y="1216152"/>
            <a:ext cx="3584448" cy="5193792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2416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324F"/>
                </a:solidFill>
              </a:rPr>
              <a:t>Validation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060704" y="19019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182880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Empty names are rejected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1060704" y="2468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39572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Student IDs must be unique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1060704" y="303580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29626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Unit count must be between 1 and 12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1060704" y="3602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29584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Scores and attendance stay within 0-100</a:t>
            </a:r>
            <a:endParaRPr lang="en-US" sz="1480" dirty="0"/>
          </a:p>
        </p:txBody>
      </p:sp>
      <p:sp>
        <p:nvSpPr>
          <p:cNvPr id="17" name="Shape 15"/>
          <p:cNvSpPr/>
          <p:nvPr/>
        </p:nvSpPr>
        <p:spPr>
          <a:xfrm>
            <a:off x="1060704" y="41696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96512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Invalid menu choices are handled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4791456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324F"/>
                </a:solidFill>
              </a:rPr>
              <a:t>Testing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4809744" y="190195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8288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Average score calculation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4809744" y="256032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24871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Empty unit list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4809744" y="321868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31455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Grade boundaries</a:t>
            </a:r>
            <a:endParaRPr lang="en-US" sz="1480" dirty="0"/>
          </a:p>
        </p:txBody>
      </p:sp>
      <p:sp>
        <p:nvSpPr>
          <p:cNvPr id="26" name="Shape 24"/>
          <p:cNvSpPr/>
          <p:nvPr/>
        </p:nvSpPr>
        <p:spPr>
          <a:xfrm>
            <a:off x="4809744" y="387705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8039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Risk level with attendance</a:t>
            </a:r>
            <a:endParaRPr lang="en-US" sz="1480" dirty="0"/>
          </a:p>
        </p:txBody>
      </p:sp>
      <p:sp>
        <p:nvSpPr>
          <p:cNvPr id="28" name="Shape 26"/>
          <p:cNvSpPr/>
          <p:nvPr/>
        </p:nvSpPr>
        <p:spPr>
          <a:xfrm>
            <a:off x="4809744" y="4535424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446227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5B6573"/>
                </a:solidFill>
              </a:rPr>
              <a:t>Record creation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7991856" y="1444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324F"/>
                </a:solidFill>
              </a:rPr>
              <a:t>Storage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8101584" y="1874520"/>
            <a:ext cx="2606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"STU001": {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"Alex Njugi",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"average_score": 75.0,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"grade": "A",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"risk_level": "Low"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010144" y="44988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B6573"/>
                </a:solidFill>
              </a:rPr>
              <a:t>Records are saved to samss_records.json and loaded again the next time the program runs.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840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it and final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868680"/>
            <a:ext cx="1005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566928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4526280" cy="528523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How to use the program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78992" y="1874520"/>
            <a:ext cx="4983480" cy="8961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2057400"/>
            <a:ext cx="640080" cy="384048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1762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21408" y="203911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</a:rPr>
              <a:t>1. Run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121408" y="229514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samss.py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1078992" y="3044952"/>
            <a:ext cx="4983480" cy="896112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3227832"/>
            <a:ext cx="640080" cy="38404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3467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21408" y="32095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</a:rPr>
              <a:t>2. Use menu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121408" y="3465576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Register, search, update, save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1078992" y="4215384"/>
            <a:ext cx="4983480" cy="89611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1872" y="4398264"/>
            <a:ext cx="6400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61872" y="451713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21408" y="43799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</a:rPr>
              <a:t>3. Test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121408" y="46360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10" dirty="0">
              <a:solidFill>
                <a:srgbClr val="1F293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unittest discover -s tests -v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7040880" y="1444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</a:rPr>
              <a:t>Conclusion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059168" y="19202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84708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SAMSS solves the core monitoring problem clearly.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59168" y="26334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5603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The code is modular and easy to explain.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59168" y="334670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2735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Validation and tests support correctness.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59168" y="40599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9867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At a larger scale, a database and richer interface would be better.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59168" y="5285232"/>
            <a:ext cx="3611880" cy="56692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5486400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10" b="1" dirty="0">
                <a:solidFill>
                  <a:srgbClr val="FFFFFF"/>
                </a:solidFill>
              </a:rPr>
              <a:t>SAMSS helps identify students who may need support early.</a:t>
            </a:r>
            <a:endParaRPr lang="en-US" sz="131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A5B689CA-6C36-A296-E79D-7E9DC07ED1C5}"/>
              </a:ext>
            </a:extLst>
          </p:cNvPr>
          <p:cNvSpPr/>
          <p:nvPr/>
        </p:nvSpPr>
        <p:spPr>
          <a:xfrm>
            <a:off x="1112367" y="5385816"/>
            <a:ext cx="4983480" cy="89611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</a:rPr>
              <a:t>4. </a:t>
            </a:r>
            <a:r>
              <a:rPr lang="en-US" sz="1650" b="1" dirty="0" err="1">
                <a:solidFill>
                  <a:schemeClr val="tx2">
                    <a:lumMod val="75000"/>
                  </a:schemeClr>
                </a:solidFill>
              </a:rPr>
              <a:t>Github</a:t>
            </a:r>
            <a:r>
              <a:rPr lang="en-US" sz="1650" b="1" dirty="0">
                <a:solidFill>
                  <a:schemeClr val="tx2">
                    <a:lumMod val="75000"/>
                  </a:schemeClr>
                </a:solidFill>
              </a:rPr>
              <a:t> Repo Link</a:t>
            </a:r>
            <a:br>
              <a:rPr lang="en-US" sz="1650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                           </a:t>
            </a:r>
            <a:r>
              <a:rPr lang="en-US" sz="1300" dirty="0">
                <a:solidFill>
                  <a:schemeClr val="tx2">
                    <a:lumMod val="75000"/>
                  </a:schemeClr>
                </a:solidFill>
                <a:hlinkClick r:id="rId3"/>
              </a:rPr>
              <a:t>https://github.com/alex-njugi/samss-project   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D0F535C9-3140-968F-A20B-7532D371BBB3}"/>
              </a:ext>
            </a:extLst>
          </p:cNvPr>
          <p:cNvSpPr/>
          <p:nvPr/>
        </p:nvSpPr>
        <p:spPr>
          <a:xfrm>
            <a:off x="1261872" y="5550408"/>
            <a:ext cx="6400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732</Words>
  <Application>Microsoft Office PowerPoint</Application>
  <PresentationFormat>Widescreen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SAMSS Project Presentation</dc:title>
  <dc:subject>Short SAMSS presentation</dc:subject>
  <dc:creator>OpenAI</dc:creator>
  <cp:lastModifiedBy>Alex Karanja</cp:lastModifiedBy>
  <cp:revision>2</cp:revision>
  <dcterms:created xsi:type="dcterms:W3CDTF">2026-04-02T06:53:14Z</dcterms:created>
  <dcterms:modified xsi:type="dcterms:W3CDTF">2026-04-08T14:13:41Z</dcterms:modified>
</cp:coreProperties>
</file>